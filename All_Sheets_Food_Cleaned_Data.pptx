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  <Relationship Id='rId8' Target='slides/slide3.xml' Type='http://schemas.openxmlformats.org/officeDocument/2006/relationships/slide' />
  <Relationship Id='rId9' Target='slides/slide4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Food_Cleaned_Data/Food_Cleaned_Data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3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8' Target='../media/image2.png' Type='http://schemas.openxmlformats.org/officeDocument/2006/relationships/image' />
</Relationships>

</file>

<file path=ppt/slides/_rels/slide4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9' Target='../media/image3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7E517924-C1AD-4A43-9411-45FF6599791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us">
                <a:hlinkClick r:id="rId6"/>
              </a:rPr>
              <a:t>Food_Cleaned_Data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A99045AC-307C-4957-B942-2FC655DE79E4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6/11/2026 4:03:38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elivery_Outcome" id="2" name="slide2">
            <a:extLst>
              <a:ext uri="{FF2B5EF4-FFF2-40B4-BE49-F238E27FC236}">
                <a16:creationId xmlns:a16="http://schemas.microsoft.com/office/drawing/2014/main" id="{3C16CC2F-AC6C-4D45-9E17-2EDCE94B007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734245"/>
            <a:ext cx="12192000" cy="53895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venue_vs_Experience" id="3" name="slide3">
            <a:extLst>
              <a:ext uri="{FF2B5EF4-FFF2-40B4-BE49-F238E27FC236}">
                <a16:creationId xmlns:a16="http://schemas.microsoft.com/office/drawing/2014/main" id="{18FBF0FA-19C4-4CCE-9C12-593473CA7101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0516" y="0"/>
            <a:ext cx="8030966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Restaurant_Performance" id="4" name="slide4">
            <a:extLst>
              <a:ext uri="{FF2B5EF4-FFF2-40B4-BE49-F238E27FC236}">
                <a16:creationId xmlns:a16="http://schemas.microsoft.com/office/drawing/2014/main" id="{ECA9DA83-738E-4A39-95E1-20943B89456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03068"/>
            <a:ext cx="12192000" cy="58518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4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2026-06-11T16:03:38Z</dcterms:created>
  <dcterms:modified xsi:type="dcterms:W3CDTF">2026-06-11T16:03:38Z</dcterms:modified>
</cp:coreProperties>
</file>